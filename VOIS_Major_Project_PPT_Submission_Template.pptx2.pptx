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22"/>
  </p:notesMasterIdLst>
  <p:handoutMasterIdLst>
    <p:handoutMasterId r:id="rId23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7" r:id="rId14"/>
    <p:sldId id="346" r:id="rId15"/>
    <p:sldId id="348" r:id="rId16"/>
    <p:sldId id="349" r:id="rId17"/>
    <p:sldId id="341" r:id="rId18"/>
    <p:sldId id="342" r:id="rId19"/>
    <p:sldId id="343" r:id="rId20"/>
    <p:sldId id="304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9/25/2026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9/25/2026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5213" y="3479224"/>
            <a:ext cx="4422709" cy="9287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sz="28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 Name </a:t>
            </a:r>
            <a:r>
              <a:rPr lang="en-US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2400" b="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Sadi Ravanthi  </a:t>
            </a:r>
            <a:endParaRPr lang="en-IN" sz="2400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2596681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953562"/>
            <a:ext cx="33493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STU6a6c4ba2481b51785482146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4FF10-514A-3393-0B52-A1419A8E827B}"/>
              </a:ext>
            </a:extLst>
          </p:cNvPr>
          <p:cNvSpPr txBox="1"/>
          <p:nvPr/>
        </p:nvSpPr>
        <p:spPr>
          <a:xfrm>
            <a:off x="3401530" y="2844225"/>
            <a:ext cx="8467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/>
              <a:t>Seasonal Agriculture Performance Analysis </a:t>
            </a:r>
            <a:endParaRPr lang="en-IN" sz="3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6435DE-1903-4621-10C5-0BD59DEE58BA}"/>
              </a:ext>
            </a:extLst>
          </p:cNvPr>
          <p:cNvSpPr/>
          <p:nvPr/>
        </p:nvSpPr>
        <p:spPr>
          <a:xfrm>
            <a:off x="415213" y="4149732"/>
            <a:ext cx="8640147" cy="5847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College Name</a:t>
            </a:r>
            <a:r>
              <a:rPr lang="en-IN" dirty="0"/>
              <a:t>: 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Miracle Educational Society Group Of </a:t>
            </a:r>
            <a:r>
              <a:rPr lang="en-IN" sz="2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Instituions</a:t>
            </a:r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698171"/>
            <a:ext cx="6703726" cy="4497071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 marL="0" indent="0">
              <a:buNone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performance varies across seasons due to changes in 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conditions, farming practices, resource availability, and market conditions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Raw agricultural data does not clearly reveal how these factors relate to 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crop yield, production, resource utilization, and economic performance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across different seasons.</a:t>
            </a:r>
          </a:p>
          <a:p>
            <a:pPr marL="0" indent="0">
              <a:buNone/>
            </a:pP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focuses on </a:t>
            </a:r>
            <a:r>
              <a:rPr lang="en-IN" sz="32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analyzing</a:t>
            </a:r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agricultural data to:</a:t>
            </a:r>
          </a:p>
          <a:p>
            <a:pPr lvl="0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seasonal patterns and trends. </a:t>
            </a:r>
          </a:p>
          <a:p>
            <a:pPr lvl="0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yield, production, profitability and resource usage. </a:t>
            </a:r>
          </a:p>
          <a:p>
            <a:pPr lvl="0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Examine relationships between environmental conditions and agricultural outcomes. </a:t>
            </a:r>
          </a:p>
          <a:p>
            <a:pPr lvl="0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significant variations and unusual patterns. </a:t>
            </a:r>
          </a:p>
          <a:p>
            <a:pPr lvl="0"/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 evidence-based insights for seasonal agricultural planning. </a:t>
            </a:r>
          </a:p>
          <a:p>
            <a:pPr>
              <a:lnSpc>
                <a:spcPct val="10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br>
              <a:rPr lang="en-GB" dirty="0"/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</a:t>
            </a:r>
            <a:r>
              <a:rPr lang="en-IN" sz="2000" b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analyzes</a:t>
            </a: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dataset containing agricultural activities across different seasons, crops, states and farming conditions.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covers: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productivity — Yield and Production 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Environmental conditions — Rainfall, Temperature, Humidity and Soil Moisture 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utilization — Water, Fertilizer and Pesticides 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Economic performance — Revenue, Cost and Profit 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Agricultural risk — Disease and Pest Risk 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and crop-wise performance comparisons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uses data cleaning, exploratory analysis, statistical relationships and visualization techniques to identify meaningful seasonal patterns.</a:t>
            </a:r>
            <a:br>
              <a:rPr lang="en-IN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20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IN" sz="20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436914"/>
            <a:ext cx="7904481" cy="4814596"/>
          </a:xfrm>
        </p:spPr>
        <p:txBody>
          <a:bodyPr>
            <a:normAutofit fontScale="25000" lnSpcReduction="20000"/>
          </a:bodyPr>
          <a:lstStyle/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analysis can provide useful insights to: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🌾 Farmers</a:t>
            </a:r>
            <a:endParaRPr lang="en-IN" sz="6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 seasonal crop performance. 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resource requirements. 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Observe productivity and profitability patterns.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🏛️ Agricultural Planners &amp; Government Departments</a:t>
            </a:r>
            <a:endParaRPr lang="en-IN" sz="6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regional and seasonal agricultural patterns. 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 evidence-based agricultural planning.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📊 Agricultural Analysts &amp; Researchers</a:t>
            </a:r>
            <a:endParaRPr lang="en-IN" sz="6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6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</a:t>
            </a:r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relationships between environmental conditions and agricultural outcomes. </a:t>
            </a: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areas requiring further investigation. </a:t>
            </a:r>
          </a:p>
          <a:p>
            <a:pPr marL="0" indent="0">
              <a:buNone/>
            </a:pPr>
            <a:r>
              <a:rPr lang="en-IN" sz="6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💼 Agricultural Businesses</a:t>
            </a:r>
            <a:endParaRPr lang="en-IN" sz="6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production, market and profitability patterns. </a:t>
            </a:r>
          </a:p>
          <a:p>
            <a:r>
              <a:rPr lang="en-IN" sz="6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Don't put too much text. Four categories are enough.</a:t>
            </a:r>
          </a:p>
          <a:p>
            <a:pPr algn="just">
              <a:lnSpc>
                <a:spcPct val="150000"/>
              </a:lnSpc>
            </a:pPr>
            <a:endParaRPr lang="en-IN" sz="5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03355" y="746449"/>
            <a:ext cx="7640320" cy="5664012"/>
          </a:xfrm>
        </p:spPr>
        <p:txBody>
          <a:bodyPr>
            <a:normAutofit fontScale="25000" lnSpcReduction="20000"/>
          </a:bodyPr>
          <a:lstStyle/>
          <a:p>
            <a:r>
              <a:rPr lang="en-IN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Programming Language</a:t>
            </a:r>
            <a:endParaRPr lang="en-IN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 </a:t>
            </a:r>
          </a:p>
          <a:p>
            <a:r>
              <a:rPr lang="en-IN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Development Environment</a:t>
            </a:r>
            <a:endParaRPr lang="en-IN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IN" sz="5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/ Jupyter Notebook </a:t>
            </a:r>
          </a:p>
          <a:p>
            <a:r>
              <a:rPr lang="en-IN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</a:t>
            </a:r>
            <a:endParaRPr lang="en-IN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 – Data cleaning &amp; analysis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 – Numerical operations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 – Data visualization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Seaborn – Statistical visualization </a:t>
            </a:r>
          </a:p>
          <a:p>
            <a:r>
              <a:rPr lang="en-IN" sz="5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Techniques</a:t>
            </a:r>
            <a:endParaRPr lang="en-IN" sz="5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Cleaning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Exploratory Data Analysis (EDA)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Aggregation &amp; Comparison </a:t>
            </a:r>
          </a:p>
          <a:p>
            <a:pPr lvl="0"/>
            <a:r>
              <a:rPr lang="en-IN" sz="5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Correlation Analysis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0"/>
            <a:ext cx="5306291" cy="746449"/>
          </a:xfrm>
        </p:spPr>
        <p:txBody>
          <a:bodyPr>
            <a:normAutofit fontScale="90000"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643" y="7816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B4C42E-6098-8F87-1F47-40539FC51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78" y="909166"/>
            <a:ext cx="6199644" cy="42976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7F1C85-2170-EDAB-6D6B-91530A9EC64E}"/>
              </a:ext>
            </a:extLst>
          </p:cNvPr>
          <p:cNvSpPr txBox="1"/>
          <p:nvPr/>
        </p:nvSpPr>
        <p:spPr>
          <a:xfrm>
            <a:off x="564721" y="5206855"/>
            <a:ext cx="8164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analysis compares average crop yield across Kharif, Rabi and Zaid seasons. The comparison helps identify seasonal differences in agricultural productivity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992762" y="5254537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]</a:t>
            </a: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DF0B88-50D4-EDE6-28CF-23349848A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6" y="1201586"/>
            <a:ext cx="4811950" cy="45304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0A73057-8A4F-89AA-2E8E-92583AA43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004" y="1028683"/>
            <a:ext cx="6272796" cy="470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086" y="66656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99049" y="5343868"/>
            <a:ext cx="7814322" cy="11280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profitability was compared using average profit, revenue and production-related measures. The analysis highlights differences in economic outcomes across seasons.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22523E-443B-47EC-8925-731DDF412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190" y="831576"/>
            <a:ext cx="6620269" cy="4297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761615-9150-2AEC-145A-92C26A1D5F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76"/>
          <a:stretch>
            <a:fillRect/>
          </a:stretch>
        </p:blipFill>
        <p:spPr>
          <a:xfrm>
            <a:off x="424031" y="1378124"/>
            <a:ext cx="10539439" cy="471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F8970-B79B-1124-9DD1-5A93FE696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417C63-6C03-1365-6372-DC3C0D0D8C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3CAAA03-1043-6783-824A-E9C910B4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CA3B5CA-85EA-4407-8F4E-5EC49F9E350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340C127B-E23A-A3E8-93C3-B90EAB4255C9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A659E71-1BC2-F131-7CC5-6733B062978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601"/>
          <a:stretch>
            <a:fillRect/>
          </a:stretch>
        </p:blipFill>
        <p:spPr>
          <a:xfrm>
            <a:off x="320982" y="1212496"/>
            <a:ext cx="9661783" cy="535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22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58F81B7-CC04-A63F-1611-23E6271AA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82331"/>
            <a:ext cx="9451911" cy="5389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651E-F0B3-877D-9F23-33ADFA7F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3F2488-19C1-6160-D712-79397454D3D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0797CB4-67F3-C10F-846F-1EA62CB61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8CB0846-456F-36DE-0853-4A0ABD41F97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D0B6B8C-691A-29DA-F83D-770BD92BC9C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235FB1D-D498-8E84-1B05-B98941F6E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98" y="1140667"/>
            <a:ext cx="8724121" cy="571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59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529E9-749F-B780-DE8D-D1C2BD51B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2092556-1DDC-7005-7BD6-5289377C0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B46CC8F-5901-C04E-D117-5B26D66BC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2D2A644A-CB0D-734D-604B-415E703D36C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A66E429C-3CCB-85A3-D9A9-789C748871B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41C24F-1913-790B-2680-97A3D57EF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682" y="1201586"/>
            <a:ext cx="7238555" cy="516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98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DE4CE-031B-9F8D-692C-4EA1FEA87127}"/>
              </a:ext>
            </a:extLst>
          </p:cNvPr>
          <p:cNvSpPr txBox="1"/>
          <p:nvPr/>
        </p:nvSpPr>
        <p:spPr>
          <a:xfrm>
            <a:off x="2230016" y="1750006"/>
            <a:ext cx="662473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Scope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interactive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Power BI dashboard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real-time exploration of seasonal agricultural performance.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Incorporate additional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weather and soil datasets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deeper analysis.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machine learning models to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 crop yield and agricultural risks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Extend the analysis with more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regions, crops and historical data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 decision-support system for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crop and resource planning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 live market information to study changes in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crop prices and profitability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enough. Don't claim that you've already done these things.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810861" y="1095087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https://github.com/ravanthi26/Seasonal-Agriculture-Performance-Analysis</a:t>
            </a: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49483D-3759-BD3C-6E05-61F325646D92}"/>
              </a:ext>
            </a:extLst>
          </p:cNvPr>
          <p:cNvGrpSpPr/>
          <p:nvPr/>
        </p:nvGrpSpPr>
        <p:grpSpPr>
          <a:xfrm>
            <a:off x="1403486" y="1523970"/>
            <a:ext cx="8966719" cy="5044470"/>
            <a:chOff x="0" y="0"/>
            <a:chExt cx="10692000" cy="756000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3AB1564-2F94-B07E-9611-A48250900A82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10692000" cy="7560000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00B9808-03F9-F9BC-E135-5E2F9D23187B}"/>
                </a:ext>
              </a:extLst>
            </p:cNvPr>
            <p:cNvSpPr/>
            <p:nvPr/>
          </p:nvSpPr>
          <p:spPr>
            <a:xfrm>
              <a:off x="4308943" y="3507391"/>
              <a:ext cx="2910759" cy="3437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2200" b="1" kern="100">
                  <a:solidFill>
                    <a:srgbClr val="EB4048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RAVANTHI SADI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BA5DBFC-20CE-7B7B-52DE-E9E1D897959A}"/>
                </a:ext>
              </a:extLst>
            </p:cNvPr>
            <p:cNvSpPr/>
            <p:nvPr/>
          </p:nvSpPr>
          <p:spPr>
            <a:xfrm>
              <a:off x="4426164" y="4803865"/>
              <a:ext cx="2601958" cy="281235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800" b="1" kern="100">
                  <a:solidFill>
                    <a:srgbClr val="343434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Data Visualization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AC6FEC-D15C-ECBE-DAC9-87CE1DE97864}"/>
                </a:ext>
              </a:extLst>
            </p:cNvPr>
            <p:cNvSpPr/>
            <p:nvPr/>
          </p:nvSpPr>
          <p:spPr>
            <a:xfrm>
              <a:off x="5220000" y="5182339"/>
              <a:ext cx="1722240" cy="218738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343434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August 20, 2026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9763278-9731-0D7B-43DD-00C8D45948BE}"/>
                </a:ext>
              </a:extLst>
            </p:cNvPr>
            <p:cNvSpPr/>
            <p:nvPr/>
          </p:nvSpPr>
          <p:spPr>
            <a:xfrm>
              <a:off x="4989686" y="5585539"/>
              <a:ext cx="1971720" cy="218739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IN" sz="1400" kern="100">
                  <a:solidFill>
                    <a:srgbClr val="343434"/>
                  </a:solidFill>
                  <a:effectLst/>
                  <a:latin typeface="Arial" panose="020B0604020202020204" pitchFamily="34" charset="0"/>
                  <a:ea typeface="Arial" panose="020B0604020202020204" pitchFamily="34" charset="0"/>
                </a:rPr>
                <a:t>VFLMS26_167426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F464E89-6222-EA54-3728-E17D48BB4471}"/>
                </a:ext>
              </a:extLst>
            </p:cNvPr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540000" y="5688000"/>
              <a:ext cx="1260000" cy="12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8130" y="2251559"/>
            <a:ext cx="9022701" cy="569167"/>
          </a:xfrm>
        </p:spPr>
        <p:txBody>
          <a:bodyPr>
            <a:normAutofit lnSpcReduction="10000"/>
          </a:bodyPr>
          <a:lstStyle/>
          <a:p>
            <a:r>
              <a:rPr lang="en-IN" sz="3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Seasonal Agriculture Performance Analysis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A854A1D-FA36-ADC2-1459-5123E06F1DB9}"/>
              </a:ext>
            </a:extLst>
          </p:cNvPr>
          <p:cNvSpPr txBox="1"/>
          <p:nvPr/>
        </p:nvSpPr>
        <p:spPr>
          <a:xfrm>
            <a:off x="4758612" y="3657600"/>
            <a:ext cx="24432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Sadi Ravanthi</a:t>
            </a: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1596</TotalTime>
  <Words>551</Words>
  <Application>Microsoft Office PowerPoint</Application>
  <PresentationFormat>Widescreen</PresentationFormat>
  <Paragraphs>78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Trebuchet MS</vt:lpstr>
      <vt:lpstr>Wingdings</vt:lpstr>
      <vt:lpstr>Wingdings 3</vt:lpstr>
      <vt:lpstr>Facet</vt:lpstr>
      <vt:lpstr>Project Title -</vt:lpstr>
      <vt:lpstr>PROBLEM  STATEMENT</vt:lpstr>
      <vt:lpstr>Project Description  This project analyzes a dataset containing agricultural activities across different seasons, crops, states and farming conditions. The analysis covers: Agricultural productivity — Yield and Production  Environmental conditions — Rainfall, Temperature, Humidity and Soil Moisture  Resource utilization — Water, Fertilizer and Pesticides  Economic performance — Revenue, Cost and Profit  Agricultural risk — Disease and Pest Risk  Seasonal and crop-wise performance comparisons The analysis uses data cleaning, exploratory analysis, statistical relationships and visualization techniques to identify meaningful seasonal patterns.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ravanthi sadi</cp:lastModifiedBy>
  <cp:revision>100</cp:revision>
  <dcterms:created xsi:type="dcterms:W3CDTF">2021-07-11T13:13:15Z</dcterms:created>
  <dcterms:modified xsi:type="dcterms:W3CDTF">2026-09-25T11:14:03Z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